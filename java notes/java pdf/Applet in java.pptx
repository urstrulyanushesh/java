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6ecef96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6ecef96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f6ecef96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f6ecef96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6ecef964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6ecef96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f6ecef964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f6ecef964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f6ecef964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f6ecef964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f6ecef964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f6ecef964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f6ecef964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f6ecef964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6ecef964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f6ecef964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f6ecef964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f6ecef964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Applet in java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Applet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applet is a Java program that runs inside the web browser and works at client side. An applet is embedded in an HTML page using the APPLET or OBJECT tag and hosted on a web server.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Applets are used to make the website more dynamic and entertaining.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Execution of an applet does not begin at main() method.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Applet: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Applet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JApplet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00" y="168925"/>
            <a:ext cx="8839200" cy="3835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with Html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&lt;html&gt;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&lt;body&gt;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&lt;applet code=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"FirstApplet.class"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width=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"300"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height=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"300"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&gt;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&lt;/applet&gt;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&lt;/body&gt;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&lt;/html&gt;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with applet viewer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475" y="1017725"/>
            <a:ext cx="7359675" cy="380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Applet Life cycle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1850" y="1422325"/>
            <a:ext cx="2580300" cy="293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220775" y="472800"/>
            <a:ext cx="8520600" cy="4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method is intended for whatever initialization is needed for your applet.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called only once in a program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method is automatically called after the browser calls the init method.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also called whenever the user returns to the page containing the applet after having gone off to other pages.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Invoked immediately after the start() method, and also any time the applet needs to repaint itself in the browser.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paint() method is actually inherited from the java.awt.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stop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method is automatically called when the user moves off the page on which the applet sits.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can, therefore, be called repeatedly in the same applet.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destroy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method is only called when the browser shuts down.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06975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Taking parameter in applet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6699"/>
                </a:solidFill>
                <a:latin typeface="Roboto"/>
                <a:ea typeface="Roboto"/>
                <a:cs typeface="Roboto"/>
                <a:sym typeface="Roboto"/>
              </a:rPr>
              <a:t>import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java.applet.Applet;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6699"/>
                </a:solidFill>
                <a:latin typeface="Roboto"/>
                <a:ea typeface="Roboto"/>
                <a:cs typeface="Roboto"/>
                <a:sym typeface="Roboto"/>
              </a:rPr>
              <a:t>import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java.awt.Graphics;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6699"/>
                </a:solidFill>
                <a:latin typeface="Roboto"/>
                <a:ea typeface="Roboto"/>
                <a:cs typeface="Roboto"/>
                <a:sym typeface="Roboto"/>
              </a:rPr>
              <a:t>public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200">
                <a:solidFill>
                  <a:srgbClr val="006699"/>
                </a:solidFill>
                <a:latin typeface="Roboto"/>
                <a:ea typeface="Roboto"/>
                <a:cs typeface="Roboto"/>
                <a:sym typeface="Roboto"/>
              </a:rPr>
              <a:t>class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UseParam </a:t>
            </a:r>
            <a:r>
              <a:rPr b="1" lang="en" sz="1200">
                <a:solidFill>
                  <a:srgbClr val="006699"/>
                </a:solidFill>
                <a:latin typeface="Roboto"/>
                <a:ea typeface="Roboto"/>
                <a:cs typeface="Roboto"/>
                <a:sym typeface="Roboto"/>
              </a:rPr>
              <a:t>extends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Applet{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6699"/>
                </a:solidFill>
                <a:latin typeface="Roboto"/>
                <a:ea typeface="Roboto"/>
                <a:cs typeface="Roboto"/>
                <a:sym typeface="Roboto"/>
              </a:rPr>
              <a:t>public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200">
                <a:solidFill>
                  <a:srgbClr val="006699"/>
                </a:solidFill>
                <a:latin typeface="Roboto"/>
                <a:ea typeface="Roboto"/>
                <a:cs typeface="Roboto"/>
                <a:sym typeface="Roboto"/>
              </a:rPr>
              <a:t>void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paint(Graphics g){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String str=getParameter(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"msg"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g.drawString(str,</a:t>
            </a:r>
            <a:r>
              <a:rPr lang="en" sz="12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2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&lt;html&gt;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&lt;body&gt;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&lt;applet code=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"UseParam.class"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width=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"300"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height=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"300"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&gt;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&lt;param name=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"msg"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value=</a:t>
            </a: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"Welcome to applet"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&gt;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&lt;/applet&gt;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&lt;/body&gt;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&lt;/html&gt;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